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1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88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8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40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8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91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0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52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35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64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71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EF8E2-5B0D-43F1-9DD9-F72E0FBDFF1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7F6DC-E89C-457A-911C-225065D1A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6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46" y="-2148666"/>
            <a:ext cx="8287907" cy="1115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4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-1243665"/>
            <a:ext cx="7887801" cy="93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8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-1777139"/>
            <a:ext cx="7716327" cy="1041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1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3</cp:revision>
  <dcterms:created xsi:type="dcterms:W3CDTF">2026-04-22T08:05:53Z</dcterms:created>
  <dcterms:modified xsi:type="dcterms:W3CDTF">2026-04-22T09:11:11Z</dcterms:modified>
</cp:coreProperties>
</file>