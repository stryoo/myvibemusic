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316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881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2871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8400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88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918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201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4529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352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3647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716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FEF8E2-5B0D-43F1-9DD9-F72E0FBDFF19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F7F6DC-E89C-457A-911C-225065D1A1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6650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046" y="-2148666"/>
            <a:ext cx="8287907" cy="11155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540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099" y="-1243665"/>
            <a:ext cx="7887801" cy="934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987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836" y="-1777139"/>
            <a:ext cx="7716327" cy="1041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915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2686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admin</cp:lastModifiedBy>
  <cp:revision>3</cp:revision>
  <dcterms:created xsi:type="dcterms:W3CDTF">2026-04-22T08:05:53Z</dcterms:created>
  <dcterms:modified xsi:type="dcterms:W3CDTF">2026-04-24T04:52:49Z</dcterms:modified>
</cp:coreProperties>
</file>